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商流：義安(3110)下 PO 給香港立訊(A2100)，香港立訊再下 PO 給高雄宣德智能(2207)。物流：宣德智能高雄直接出貨至義安(2610)。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地圖標籤 東 海"/>
          <p:cNvSpPr txBox="1"/>
          <p:nvPr/>
        </p:nvSpPr>
        <p:spPr>
          <a:xfrm>
            <a:off x="969264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400" kern="0" dirty="0">
                <a:solidFill>
                  <a:srgbClr val="8FA3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 海</a:t>
            </a:r>
            <a:endParaRPr lang="en-US" sz="1200" dirty="0"/>
          </a:p>
        </p:txBody>
      </p:sp>
      <p:sp>
        <p:nvSpPr>
          <p:cNvPr id="3" name="地圖標籤 南 海"/>
          <p:cNvSpPr txBox="1"/>
          <p:nvPr/>
        </p:nvSpPr>
        <p:spPr>
          <a:xfrm>
            <a:off x="7315200" y="6263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400" kern="0" dirty="0">
                <a:solidFill>
                  <a:srgbClr val="8FA3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 海</a:t>
            </a:r>
            <a:endParaRPr lang="en-US" sz="1200" dirty="0"/>
          </a:p>
        </p:txBody>
      </p:sp>
      <p:sp>
        <p:nvSpPr>
          <p:cNvPr id="4" name="標題"/>
          <p:cNvSpPr txBox="1"/>
          <p:nvPr/>
        </p:nvSpPr>
        <p:spPr>
          <a:xfrm>
            <a:off x="457200" y="320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商流 / 物流示意圖</a:t>
            </a:r>
            <a:endParaRPr lang="en-US" sz="3200" dirty="0"/>
          </a:p>
        </p:txBody>
      </p:sp>
      <p:sp>
        <p:nvSpPr>
          <p:cNvPr id="5" name="副標題"/>
          <p:cNvSpPr txBox="1"/>
          <p:nvPr/>
        </p:nvSpPr>
        <p:spPr>
          <a:xfrm>
            <a:off x="457200" y="960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立訊精密（義安）× 香港立訊（A2100）× 宣德智能（高雄）</a:t>
            </a:r>
            <a:endParaRPr lang="en-US" sz="1400" dirty="0"/>
          </a:p>
        </p:txBody>
      </p:sp>
      <p:sp>
        <p:nvSpPr>
          <p:cNvPr id="6" name="圖例底框"/>
          <p:cNvSpPr/>
          <p:nvPr/>
        </p:nvSpPr>
        <p:spPr>
          <a:xfrm>
            <a:off x="457200" y="1600200"/>
            <a:ext cx="3931920" cy="2514600"/>
          </a:xfrm>
          <a:prstGeom prst="roundRect">
            <a:avLst>
              <a:gd name="adj" fmla="val 4364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5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圖例 商流"/>
          <p:cNvSpPr/>
          <p:nvPr/>
        </p:nvSpPr>
        <p:spPr>
          <a:xfrm>
            <a:off x="685800" y="1984248"/>
            <a:ext cx="640080" cy="0"/>
          </a:xfrm>
          <a:prstGeom prst="line">
            <a:avLst/>
          </a:prstGeom>
          <a:noFill/>
          <a:ln w="31750">
            <a:solidFill>
              <a:srgbClr val="1D4E89"/>
            </a:solidFill>
            <a:prstDash val="dash"/>
            <a:tailEnd type="triangle"/>
          </a:ln>
        </p:spPr>
      </p:sp>
      <p:sp>
        <p:nvSpPr>
          <p:cNvPr id="8" name="圖例文字 商流"/>
          <p:cNvSpPr txBox="1"/>
          <p:nvPr/>
        </p:nvSpPr>
        <p:spPr>
          <a:xfrm>
            <a:off x="1463040" y="1801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商流</a:t>
            </a:r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（PO 下單）</a:t>
            </a:r>
            <a:endParaRPr lang="en-US" sz="1400" dirty="0"/>
          </a:p>
        </p:txBody>
      </p:sp>
      <p:sp>
        <p:nvSpPr>
          <p:cNvPr id="9" name="圖例 物流"/>
          <p:cNvSpPr/>
          <p:nvPr/>
        </p:nvSpPr>
        <p:spPr>
          <a:xfrm>
            <a:off x="685800" y="2395728"/>
            <a:ext cx="6400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  <a:tailEnd type="triangle"/>
          </a:ln>
        </p:spPr>
      </p:sp>
      <p:sp>
        <p:nvSpPr>
          <p:cNvPr id="10" name="圖例文字 物流"/>
          <p:cNvSpPr txBox="1"/>
          <p:nvPr/>
        </p:nvSpPr>
        <p:spPr>
          <a:xfrm>
            <a:off x="1463040" y="2212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（實體出貨）</a:t>
            </a:r>
            <a:endParaRPr lang="en-US" sz="1400" dirty="0"/>
          </a:p>
        </p:txBody>
      </p:sp>
      <p:sp>
        <p:nvSpPr>
          <p:cNvPr id="11" name="步驟圓 1"/>
          <p:cNvSpPr/>
          <p:nvPr/>
        </p:nvSpPr>
        <p:spPr>
          <a:xfrm>
            <a:off x="685800" y="2770632"/>
            <a:ext cx="274320" cy="274320"/>
          </a:xfrm>
          <a:prstGeom prst="ellipse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12" name="步驟號 1"/>
          <p:cNvSpPr txBox="1"/>
          <p:nvPr/>
        </p:nvSpPr>
        <p:spPr>
          <a:xfrm>
            <a:off x="685800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步驟 1"/>
          <p:cNvSpPr txBox="1"/>
          <p:nvPr/>
        </p:nvSpPr>
        <p:spPr>
          <a:xfrm>
            <a:off x="1097280" y="274320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義安(3110) 下 PO 給 香港立訊(A2100)</a:t>
            </a:r>
            <a:endParaRPr lang="en-US" sz="1200" dirty="0"/>
          </a:p>
        </p:txBody>
      </p:sp>
      <p:sp>
        <p:nvSpPr>
          <p:cNvPr id="14" name="步驟圓 2"/>
          <p:cNvSpPr/>
          <p:nvPr/>
        </p:nvSpPr>
        <p:spPr>
          <a:xfrm>
            <a:off x="685800" y="3182112"/>
            <a:ext cx="274320" cy="274320"/>
          </a:xfrm>
          <a:prstGeom prst="ellipse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15" name="步驟號 2"/>
          <p:cNvSpPr txBox="1"/>
          <p:nvPr/>
        </p:nvSpPr>
        <p:spPr>
          <a:xfrm>
            <a:off x="685800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步驟 2"/>
          <p:cNvSpPr txBox="1"/>
          <p:nvPr/>
        </p:nvSpPr>
        <p:spPr>
          <a:xfrm>
            <a:off x="1097280" y="315468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香港立訊(A2100) 下 PO 給 宣德智能(2207)</a:t>
            </a:r>
            <a:endParaRPr lang="en-US" sz="1200" dirty="0"/>
          </a:p>
        </p:txBody>
      </p:sp>
      <p:sp>
        <p:nvSpPr>
          <p:cNvPr id="17" name="步驟圓 3"/>
          <p:cNvSpPr/>
          <p:nvPr/>
        </p:nvSpPr>
        <p:spPr>
          <a:xfrm>
            <a:off x="685800" y="3593592"/>
            <a:ext cx="274320" cy="27432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步驟號 3"/>
          <p:cNvSpPr txBox="1"/>
          <p:nvPr/>
        </p:nvSpPr>
        <p:spPr>
          <a:xfrm>
            <a:off x="685800" y="3593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步驟 3"/>
          <p:cNvSpPr txBox="1"/>
          <p:nvPr/>
        </p:nvSpPr>
        <p:spPr>
          <a:xfrm>
            <a:off x="1097280" y="356616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宣德智能(高雄) 直接出貨至 義安(2610)</a:t>
            </a:r>
            <a:endParaRPr lang="en-US" sz="1200" dirty="0"/>
          </a:p>
        </p:txBody>
      </p:sp>
      <p:sp>
        <p:nvSpPr>
          <p:cNvPr id="20" name="商流① 義安→香港"/>
          <p:cNvSpPr/>
          <p:nvPr/>
        </p:nvSpPr>
        <p:spPr>
          <a:xfrm flipH="1">
            <a:off x="6232008" y="1784040"/>
            <a:ext cx="1244021" cy="3277219"/>
          </a:xfrm>
          <a:prstGeom prst="line">
            <a:avLst/>
          </a:prstGeom>
          <a:noFill/>
          <a:ln w="31750">
            <a:solidFill>
              <a:srgbClr val="1D4E89"/>
            </a:solidFill>
            <a:prstDash val="dash"/>
            <a:tailEnd type="triangle"/>
          </a:ln>
        </p:spPr>
      </p:sp>
      <p:sp>
        <p:nvSpPr>
          <p:cNvPr id="21" name="商流② 香港→高雄"/>
          <p:cNvSpPr/>
          <p:nvPr/>
        </p:nvSpPr>
        <p:spPr>
          <a:xfrm flipV="1">
            <a:off x="6361446" y="5125516"/>
            <a:ext cx="1933811" cy="112169"/>
          </a:xfrm>
          <a:prstGeom prst="line">
            <a:avLst/>
          </a:prstGeom>
          <a:noFill/>
          <a:ln w="31750">
            <a:solidFill>
              <a:srgbClr val="1D4E89"/>
            </a:solidFill>
            <a:prstDash val="dash"/>
            <a:tailEnd type="triangle"/>
          </a:ln>
        </p:spPr>
      </p:sp>
      <p:sp>
        <p:nvSpPr>
          <p:cNvPr id="22" name="物流③ 高雄→義安"/>
          <p:cNvSpPr/>
          <p:nvPr/>
        </p:nvSpPr>
        <p:spPr>
          <a:xfrm flipH="1" flipV="1">
            <a:off x="7599799" y="1790196"/>
            <a:ext cx="843911" cy="3129441"/>
          </a:xfrm>
          <a:prstGeom prst="line">
            <a:avLst/>
          </a:prstGeom>
          <a:noFill/>
          <a:ln w="44450">
            <a:solidFill>
              <a:srgbClr val="E07A1F"/>
            </a:solidFill>
            <a:prstDash val="solid"/>
            <a:tailEnd type="triangle"/>
          </a:ln>
        </p:spPr>
      </p:sp>
      <p:sp>
        <p:nvSpPr>
          <p:cNvPr id="23" name="標籤 商流①"/>
          <p:cNvSpPr txBox="1"/>
          <p:nvPr/>
        </p:nvSpPr>
        <p:spPr>
          <a:xfrm>
            <a:off x="6168219" y="3248914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1D4E89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PO</a:t>
            </a:r>
            <a:endParaRPr lang="en-US" sz="1200" dirty="0"/>
          </a:p>
        </p:txBody>
      </p:sp>
      <p:sp>
        <p:nvSpPr>
          <p:cNvPr id="24" name="標籤 商流②"/>
          <p:cNvSpPr txBox="1"/>
          <p:nvPr/>
        </p:nvSpPr>
        <p:spPr>
          <a:xfrm>
            <a:off x="6779712" y="530047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1D4E89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PO</a:t>
            </a:r>
            <a:endParaRPr lang="en-US" sz="1200" dirty="0"/>
          </a:p>
        </p:txBody>
      </p:sp>
      <p:sp>
        <p:nvSpPr>
          <p:cNvPr id="25" name="標籤 物流③"/>
          <p:cNvSpPr txBox="1"/>
          <p:nvPr/>
        </p:nvSpPr>
        <p:spPr>
          <a:xfrm>
            <a:off x="7655994" y="3181181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E07A1F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出貨</a:t>
            </a:r>
            <a:endParaRPr lang="en-US" sz="1200" dirty="0"/>
          </a:p>
        </p:txBody>
      </p:sp>
      <p:sp>
        <p:nvSpPr>
          <p:cNvPr id="26" name="義安 光暈"/>
          <p:cNvSpPr/>
          <p:nvPr/>
        </p:nvSpPr>
        <p:spPr>
          <a:xfrm>
            <a:off x="7401117" y="1449663"/>
            <a:ext cx="292608" cy="292608"/>
          </a:xfrm>
          <a:prstGeom prst="ellipse">
            <a:avLst/>
          </a:prstGeom>
          <a:solidFill>
            <a:srgbClr val="C0392B">
              <a:alpha val="3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義安 位置點"/>
          <p:cNvSpPr/>
          <p:nvPr/>
        </p:nvSpPr>
        <p:spPr>
          <a:xfrm>
            <a:off x="7474269" y="1522815"/>
            <a:ext cx="146304" cy="146304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香港 光暈"/>
          <p:cNvSpPr/>
          <p:nvPr/>
        </p:nvSpPr>
        <p:spPr>
          <a:xfrm>
            <a:off x="6014312" y="5103029"/>
            <a:ext cx="292608" cy="292608"/>
          </a:xfrm>
          <a:prstGeom prst="ellipse">
            <a:avLst/>
          </a:prstGeom>
          <a:solidFill>
            <a:srgbClr val="1D4E89">
              <a:alpha val="30000"/>
            </a:srgbClr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29" name="香港 位置點"/>
          <p:cNvSpPr/>
          <p:nvPr/>
        </p:nvSpPr>
        <p:spPr>
          <a:xfrm>
            <a:off x="6087464" y="5176181"/>
            <a:ext cx="146304" cy="146304"/>
          </a:xfrm>
          <a:prstGeom prst="ellipse">
            <a:avLst/>
          </a:prstGeom>
          <a:solidFill>
            <a:srgbClr val="1D4E8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高雄 光暈"/>
          <p:cNvSpPr/>
          <p:nvPr/>
        </p:nvSpPr>
        <p:spPr>
          <a:xfrm>
            <a:off x="8349784" y="4967563"/>
            <a:ext cx="292608" cy="292608"/>
          </a:xfrm>
          <a:prstGeom prst="ellipse">
            <a:avLst/>
          </a:prstGeom>
          <a:solidFill>
            <a:srgbClr val="C0392B">
              <a:alpha val="3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高雄 位置點"/>
          <p:cNvSpPr/>
          <p:nvPr/>
        </p:nvSpPr>
        <p:spPr>
          <a:xfrm>
            <a:off x="8422936" y="5040715"/>
            <a:ext cx="146304" cy="146304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義安 卡片"/>
          <p:cNvSpPr/>
          <p:nvPr/>
        </p:nvSpPr>
        <p:spPr>
          <a:xfrm>
            <a:off x="7867461" y="910167"/>
            <a:ext cx="30175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3" name="義安 角色"/>
          <p:cNvSpPr txBox="1"/>
          <p:nvPr/>
        </p:nvSpPr>
        <p:spPr>
          <a:xfrm>
            <a:off x="9741981" y="2025735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買方/收貨</a:t>
            </a:r>
            <a:endParaRPr lang="en-US" sz="1000" dirty="0"/>
          </a:p>
        </p:txBody>
      </p:sp>
      <p:sp>
        <p:nvSpPr>
          <p:cNvPr id="34" name="義安 文字"/>
          <p:cNvSpPr txBox="1"/>
          <p:nvPr/>
        </p:nvSpPr>
        <p:spPr>
          <a:xfrm>
            <a:off x="8032053" y="1019895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中國・安徽 銅陵市 義安區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立訊精密（義安）有限公司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Company 3110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Plant 2610｜立訊精密(義安)BU26-保稅</a:t>
            </a:r>
            <a:endParaRPr lang="en-US" sz="1000" dirty="0"/>
          </a:p>
        </p:txBody>
      </p:sp>
      <p:sp>
        <p:nvSpPr>
          <p:cNvPr id="35" name="香港 卡片"/>
          <p:cNvSpPr/>
          <p:nvPr/>
        </p:nvSpPr>
        <p:spPr>
          <a:xfrm>
            <a:off x="3371696" y="5157893"/>
            <a:ext cx="25603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6" name="香港 角色"/>
          <p:cNvSpPr txBox="1"/>
          <p:nvPr/>
        </p:nvSpPr>
        <p:spPr>
          <a:xfrm>
            <a:off x="4789016" y="6273461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D4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中間轉單</a:t>
            </a:r>
            <a:endParaRPr lang="en-US" sz="1000" dirty="0"/>
          </a:p>
        </p:txBody>
      </p:sp>
      <p:sp>
        <p:nvSpPr>
          <p:cNvPr id="37" name="香港 文字"/>
          <p:cNvSpPr txBox="1"/>
          <p:nvPr/>
        </p:nvSpPr>
        <p:spPr>
          <a:xfrm>
            <a:off x="3536288" y="5267621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中國・香港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香港立訊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4E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Company A2100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商流轉單（不經手實體貨物）</a:t>
            </a:r>
            <a:endParaRPr lang="en-US" sz="1000" dirty="0"/>
          </a:p>
        </p:txBody>
      </p:sp>
      <p:sp>
        <p:nvSpPr>
          <p:cNvPr id="38" name="高雄 卡片"/>
          <p:cNvSpPr/>
          <p:nvPr/>
        </p:nvSpPr>
        <p:spPr>
          <a:xfrm>
            <a:off x="8843560" y="4702387"/>
            <a:ext cx="29260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9" name="高雄 角色"/>
          <p:cNvSpPr txBox="1"/>
          <p:nvPr/>
        </p:nvSpPr>
        <p:spPr>
          <a:xfrm>
            <a:off x="10626640" y="5817955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賣方/出貨</a:t>
            </a:r>
            <a:endParaRPr lang="en-US" sz="1000" dirty="0"/>
          </a:p>
        </p:txBody>
      </p:sp>
      <p:sp>
        <p:nvSpPr>
          <p:cNvPr id="40" name="高雄 文字"/>
          <p:cNvSpPr txBox="1"/>
          <p:nvPr/>
        </p:nvSpPr>
        <p:spPr>
          <a:xfrm>
            <a:off x="9008152" y="4812115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台灣・高雄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宣德智能股份有限公司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Company 2207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Plant 2662 / TW07｜宣德智能BU26-非保稅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商流與物流示意圖</dc:title>
  <dc:subject>PptxGenJS Presentation</dc:subject>
  <dc:creator>PptxGenJS</dc:creator>
  <cp:lastModifiedBy>PptxGenJS</cp:lastModifiedBy>
  <cp:revision>1</cp:revision>
  <dcterms:created xsi:type="dcterms:W3CDTF">2026-10-07T03:08:59Z</dcterms:created>
  <dcterms:modified xsi:type="dcterms:W3CDTF">2026-10-07T03:08:59Z</dcterms:modified>
</cp:coreProperties>
</file>